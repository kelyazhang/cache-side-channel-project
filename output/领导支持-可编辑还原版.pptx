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本页已将视觉素材拆分为独立PNG层，所有页面文字均为PowerPoint可编辑文本框。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ADER_SUPPORT_MASTER">
    <p:bg>
      <p:bgPr>
        <a:solidFill>
          <a:srgbClr val="F8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D"/>
          </a:solidFill>
          <a:ln w="12700">
            <a:solidFill>
              <a:srgbClr val="F8FCFD">
                <a:alpha val="0"/>
              </a:srgbClr>
            </a:solidFill>
            <a:prstDash val="solid"/>
          </a:ln>
        </p:spPr>
      </p:sp>
      <p:pic>
        <p:nvPicPr>
          <p:cNvPr id="3" name="Image 0" descr="左下神经网络装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右侧神经网络装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2" descr="底部信息卡片空框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Image 3" descr="媒体标签空底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Image 4" descr="金色竖向强调线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8" name="Image 5" descr="领导调研照片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9" name="Image 6" descr="主照片圆角边框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10" name="Image 7" descr="半包围丝带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11" name="Image 8" descr="新闻报道画面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12" name="Image 9" descr="顶部脑科学图标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13" name="Image 10" descr="底部圆形脑图标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14" name="Image 11" descr="导航高亮下划线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5" name="Text 1"/>
          <p:cNvSpPr/>
          <p:nvPr/>
        </p:nvSpPr>
        <p:spPr>
          <a:xfrm>
            <a:off x="860419" y="174912"/>
            <a:ext cx="2260422" cy="568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spc="50" kern="0" dirty="0">
                <a:solidFill>
                  <a:srgbClr val="123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领导支持</a:t>
            </a:r>
            <a:endParaRPr lang="en-US" sz="4000" dirty="0"/>
          </a:p>
        </p:txBody>
      </p:sp>
      <p:sp>
        <p:nvSpPr>
          <p:cNvPr id="16" name="Text 2"/>
          <p:cNvSpPr/>
          <p:nvPr/>
        </p:nvSpPr>
        <p:spPr>
          <a:xfrm>
            <a:off x="5497930" y="306096"/>
            <a:ext cx="845835" cy="313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23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1800" dirty="0"/>
          </a:p>
        </p:txBody>
      </p:sp>
      <p:sp>
        <p:nvSpPr>
          <p:cNvPr id="17" name="Text 3"/>
          <p:cNvSpPr/>
          <p:nvPr/>
        </p:nvSpPr>
        <p:spPr>
          <a:xfrm>
            <a:off x="6496890" y="306096"/>
            <a:ext cx="160417" cy="313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A8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18" name="Text 4"/>
          <p:cNvSpPr/>
          <p:nvPr/>
        </p:nvSpPr>
        <p:spPr>
          <a:xfrm>
            <a:off x="6810433" y="306096"/>
            <a:ext cx="1071878" cy="313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23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技术与产品</a:t>
            </a:r>
            <a:endParaRPr lang="en-US" sz="1800" dirty="0"/>
          </a:p>
        </p:txBody>
      </p:sp>
      <p:sp>
        <p:nvSpPr>
          <p:cNvPr id="19" name="Text 5"/>
          <p:cNvSpPr/>
          <p:nvPr/>
        </p:nvSpPr>
        <p:spPr>
          <a:xfrm>
            <a:off x="8057311" y="306096"/>
            <a:ext cx="160417" cy="313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A8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20" name="Text 6"/>
          <p:cNvSpPr/>
          <p:nvPr/>
        </p:nvSpPr>
        <p:spPr>
          <a:xfrm>
            <a:off x="8356270" y="306096"/>
            <a:ext cx="918752" cy="313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8E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项目团队</a:t>
            </a:r>
            <a:endParaRPr lang="en-US" sz="1800" dirty="0"/>
          </a:p>
        </p:txBody>
      </p:sp>
      <p:sp>
        <p:nvSpPr>
          <p:cNvPr id="21" name="Text 7"/>
          <p:cNvSpPr/>
          <p:nvPr/>
        </p:nvSpPr>
        <p:spPr>
          <a:xfrm>
            <a:off x="9406272" y="306096"/>
            <a:ext cx="160417" cy="313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A8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22" name="Text 8"/>
          <p:cNvSpPr/>
          <p:nvPr/>
        </p:nvSpPr>
        <p:spPr>
          <a:xfrm>
            <a:off x="9683356" y="306096"/>
            <a:ext cx="918752" cy="313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23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落地实效</a:t>
            </a:r>
            <a:endParaRPr lang="en-US" sz="1800" dirty="0"/>
          </a:p>
        </p:txBody>
      </p:sp>
      <p:sp>
        <p:nvSpPr>
          <p:cNvPr id="23" name="Text 9"/>
          <p:cNvSpPr/>
          <p:nvPr/>
        </p:nvSpPr>
        <p:spPr>
          <a:xfrm>
            <a:off x="10726067" y="306096"/>
            <a:ext cx="160417" cy="313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A8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24" name="Text 10"/>
          <p:cNvSpPr/>
          <p:nvPr/>
        </p:nvSpPr>
        <p:spPr>
          <a:xfrm>
            <a:off x="10995859" y="306096"/>
            <a:ext cx="918752" cy="313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23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发展愿景</a:t>
            </a:r>
            <a:endParaRPr lang="en-US" sz="1800" dirty="0"/>
          </a:p>
        </p:txBody>
      </p:sp>
      <p:sp>
        <p:nvSpPr>
          <p:cNvPr id="25" name="Text 11"/>
          <p:cNvSpPr/>
          <p:nvPr/>
        </p:nvSpPr>
        <p:spPr>
          <a:xfrm>
            <a:off x="692710" y="1027607"/>
            <a:ext cx="1130211" cy="240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权威媒体报道</a:t>
            </a:r>
            <a:endParaRPr lang="en-US" sz="1650" dirty="0"/>
          </a:p>
        </p:txBody>
      </p:sp>
      <p:sp>
        <p:nvSpPr>
          <p:cNvPr id="26" name="Text 12"/>
          <p:cNvSpPr/>
          <p:nvPr/>
        </p:nvSpPr>
        <p:spPr>
          <a:xfrm>
            <a:off x="765627" y="3563828"/>
            <a:ext cx="277084" cy="400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178E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endParaRPr lang="en-US" sz="3300" dirty="0"/>
          </a:p>
        </p:txBody>
      </p:sp>
      <p:sp>
        <p:nvSpPr>
          <p:cNvPr id="27" name="Text 13"/>
          <p:cNvSpPr/>
          <p:nvPr/>
        </p:nvSpPr>
        <p:spPr>
          <a:xfrm>
            <a:off x="1232295" y="3775180"/>
            <a:ext cx="2953132" cy="422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50" b="1" dirty="0">
                <a:solidFill>
                  <a:srgbClr val="123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加大科研力度，打造</a:t>
            </a:r>
            <a:endParaRPr lang="en-US" sz="2350" dirty="0"/>
          </a:p>
        </p:txBody>
      </p:sp>
      <p:sp>
        <p:nvSpPr>
          <p:cNvPr id="28" name="Text 14"/>
          <p:cNvSpPr/>
          <p:nvPr/>
        </p:nvSpPr>
        <p:spPr>
          <a:xfrm>
            <a:off x="794794" y="4256187"/>
            <a:ext cx="3543758" cy="408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50" b="1" dirty="0">
                <a:solidFill>
                  <a:srgbClr val="C98C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可复制、可推广</a:t>
            </a:r>
            <a:pPr algn="ctr" indent="0" marL="0">
              <a:buNone/>
            </a:pPr>
            <a:r>
              <a:rPr lang="en-US" sz="2350" b="1" dirty="0">
                <a:solidFill>
                  <a:srgbClr val="123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的行业标杆</a:t>
            </a:r>
            <a:endParaRPr lang="en-US" sz="2350" dirty="0"/>
          </a:p>
        </p:txBody>
      </p:sp>
      <p:sp>
        <p:nvSpPr>
          <p:cNvPr id="29" name="Text 15"/>
          <p:cNvSpPr/>
          <p:nvPr/>
        </p:nvSpPr>
        <p:spPr>
          <a:xfrm>
            <a:off x="4163551" y="4511267"/>
            <a:ext cx="291667" cy="400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178E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”</a:t>
            </a:r>
            <a:endParaRPr lang="en-US" sz="3300" dirty="0"/>
          </a:p>
        </p:txBody>
      </p:sp>
      <p:sp>
        <p:nvSpPr>
          <p:cNvPr id="30" name="Text 16"/>
          <p:cNvSpPr/>
          <p:nvPr/>
        </p:nvSpPr>
        <p:spPr>
          <a:xfrm>
            <a:off x="2151047" y="5327522"/>
            <a:ext cx="7656268" cy="349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时任第二十届中央委员、江苏省委书记、省科技委员会主任信长星考察默咖项目表示：</a:t>
            </a:r>
            <a:endParaRPr lang="en-US" sz="1550" dirty="0"/>
          </a:p>
        </p:txBody>
      </p:sp>
      <p:sp>
        <p:nvSpPr>
          <p:cNvPr id="31" name="Text 17"/>
          <p:cNvSpPr/>
          <p:nvPr/>
        </p:nvSpPr>
        <p:spPr>
          <a:xfrm>
            <a:off x="2253130" y="5750225"/>
            <a:ext cx="8895854" cy="4955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23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“这个项目</a:t>
            </a:r>
            <a:pPr algn="ctr" indent="0" marL="0">
              <a:buNone/>
            </a:pPr>
            <a:r>
              <a:rPr lang="en-US" sz="2300" b="1" dirty="0">
                <a:solidFill>
                  <a:srgbClr val="C98C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有意义、有价值、有前景</a:t>
            </a:r>
            <a:pPr algn="ctr" indent="0" marL="0">
              <a:buNone/>
            </a:pPr>
            <a:r>
              <a:rPr lang="en-US" sz="2300" b="1" dirty="0">
                <a:solidFill>
                  <a:srgbClr val="123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，要</a:t>
            </a:r>
            <a:pPr algn="ctr" indent="0" marL="0">
              <a:buNone/>
            </a:pPr>
            <a:r>
              <a:rPr lang="en-US" sz="2300" b="1" dirty="0">
                <a:solidFill>
                  <a:srgbClr val="C98C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</a:t>
            </a:r>
            <a:pPr algn="ctr" indent="0" marL="0">
              <a:buNone/>
            </a:pPr>
            <a:r>
              <a:rPr lang="en-US" sz="2300" b="1" dirty="0">
                <a:solidFill>
                  <a:srgbClr val="123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、要</a:t>
            </a:r>
            <a:pPr algn="ctr" indent="0" marL="0">
              <a:buNone/>
            </a:pPr>
            <a:r>
              <a:rPr lang="en-US" sz="2300" b="1" dirty="0">
                <a:solidFill>
                  <a:srgbClr val="C98C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推广</a:t>
            </a:r>
            <a:pPr algn="ctr" indent="0" marL="0">
              <a:buNone/>
            </a:pPr>
            <a:r>
              <a:rPr lang="en-US" sz="2300" b="1" dirty="0">
                <a:solidFill>
                  <a:srgbClr val="123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、要</a:t>
            </a:r>
            <a:pPr algn="ctr" indent="0" marL="0">
              <a:buNone/>
            </a:pPr>
            <a:r>
              <a:rPr lang="en-US" sz="2300" b="1" dirty="0">
                <a:solidFill>
                  <a:srgbClr val="C98C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</a:t>
            </a:r>
            <a:pPr algn="ctr" indent="0" marL="0">
              <a:buNone/>
            </a:pPr>
            <a:r>
              <a:rPr lang="en-US" sz="2300" b="1" dirty="0">
                <a:solidFill>
                  <a:srgbClr val="123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。”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领导支持（可编辑还原版）</dc:title>
  <dc:subject>领导支持｜阿尔茨海默病早筛项目</dc:subject>
  <dc:creator>OpenAI Codex</dc:creator>
  <cp:lastModifiedBy>OpenAI Codex</cp:lastModifiedBy>
  <cp:revision>1</cp:revision>
  <dcterms:created xsi:type="dcterms:W3CDTF">2026-08-08T19:09:03Z</dcterms:created>
  <dcterms:modified xsi:type="dcterms:W3CDTF">2026-08-08T19:09:03Z</dcterms:modified>
</cp:coreProperties>
</file>